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216" y="1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3489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TimelyOps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management software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small service businesses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3716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timelyops.com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64008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51560" y="13716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tools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7373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for clients, texts for scheduling, memory for payments. Things fall through the cracks.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64008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25603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pricing punishes growth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29260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a new cleaner? That’s another $30–60/month on your software bill, before they’ve cleaned a single house.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64008" cy="10058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37490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locked behind expensive tiers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41148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quoting? That’s mid-tier. Reports? Top tier. The features you actually need cost $150–300/month.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app. Everything connected. Flat pricing.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TimelyOps replaces your spreadsheets, text chains, and payment chasing with a single connected pipeline. Every step flows into the next — no re-entering data, no switching apps.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6974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00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$79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31520" y="3749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staff included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74720" y="256032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6974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3200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tap</a:t>
            </a:r>
            <a:endParaRPr lang="en-US" sz="3200" dirty="0"/>
          </a:p>
        </p:txBody>
      </p:sp>
      <p:sp>
        <p:nvSpPr>
          <p:cNvPr id="12" name="Text 8"/>
          <p:cNvSpPr/>
          <p:nvPr/>
        </p:nvSpPr>
        <p:spPr>
          <a:xfrm>
            <a:off x="3474720" y="3749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each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step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17920" y="256032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26974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17920" y="3200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200" dirty="0"/>
          </a:p>
        </p:txBody>
      </p:sp>
      <p:sp>
        <p:nvSpPr>
          <p:cNvPr id="16" name="Text 11"/>
          <p:cNvSpPr/>
          <p:nvPr/>
        </p:nvSpPr>
        <p:spPr>
          <a:xfrm>
            <a:off x="6217920" y="3749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fees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gates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Connected Pipeline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flows into the next with one tap. No re-entering data.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691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2E8F0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Auto-priced from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details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48840" y="16459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488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880360" y="1691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2E8F0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7452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874520" y="27889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accepts,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schedule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66160" y="16459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661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297680" y="1691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2E8F0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9184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91840" y="27889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worker,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frequency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83480" y="16459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834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1691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2E8F0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0916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09160" y="27889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taps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Arrived → Done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16459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32320" y="1691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2E8F0"/>
                </a:solidFill>
              </a:rPr>
              <a:t>→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12648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126480" y="27889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Venmo,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Zelle on-site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818120" y="16459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8181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543800" y="2423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543800" y="27889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generated,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via WhatsApp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workers see only their jobs. Managers see everything. You see the whole business.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What’s Included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 •  $79/mo  •  5 staff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34440" y="18105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and recurring jobs, weekly/biweekly/monthly, team calendar view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5544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4924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Quoting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349240" y="18105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Auto-priced from property details, client approval flow, one-tap to schedule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65176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234440" y="29077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Auto-created from completed jobs, PDF download, send via WhatsApp or email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65176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34924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5349240" y="29077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collection (cash, Venmo, Zelle, card), partial payments, linked to jobs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74904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&amp; Worker Mgmt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1234440" y="40050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profiles, CSV import, role-based access, activity timelines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374904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34924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Reports</a:t>
            </a:r>
            <a:endParaRPr lang="en-US" sz="1600" dirty="0"/>
          </a:p>
        </p:txBody>
      </p:sp>
      <p:sp>
        <p:nvSpPr>
          <p:cNvPr id="21" name="Text 13"/>
          <p:cNvSpPr/>
          <p:nvPr/>
        </p:nvSpPr>
        <p:spPr>
          <a:xfrm>
            <a:off x="5349240" y="40050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briefing, overdue payments, team status, daily/weekly/monthly views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Compare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5-person team, features you actually need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7680960" cy="32918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TimelyOps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Housecall Pro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$199+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$269+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included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(+$35/ea)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$119+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Invoicing + PDF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On-site payments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$199+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9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$129+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savings vs.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$1,440/yr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$2,280/yr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Plans That Grow With You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3291840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$79/mo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staff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182880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run: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quoting, invoicing,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reports, client mgmt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Professional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83280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$129/mo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2240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staff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49040" y="2651760"/>
            <a:ext cx="18288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11880" y="28346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Starter, plus: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export, auto reminders,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checklists, GPS check-in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0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$249/mo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2240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staff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83680" y="2651760"/>
            <a:ext cx="1828800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46520" y="28346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Professional, plus: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lead agents, booking portal,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 sync, supply tracking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 one-time setup  •  Personal onboarding  •  We import your data for you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Dead Simple for Your Team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see only what they need. No clutter, no confusion.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today’s jobs listed with times and addresses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Arrived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button when you get to the job site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Completed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button when the work is done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payment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asks: did you get paid? Enter amount, pick method, done.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0" y="1554480"/>
            <a:ext cx="320040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0" y="1554480"/>
            <a:ext cx="320040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0" y="1783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Workers See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9280" y="219456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My jobs for today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Client name &amp; address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Arrived / Completed buttons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Payment collection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financial data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other workers’ schedules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quotes or invoices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Getting Started Is Easy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16459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set up your account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business, your workers, your pricing — all configured for you.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37160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46120" y="16459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461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74320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import your clients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43200" y="2971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us a spreadsheet and we’ll load everything in. Property details, notes, all of 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94960" y="16459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949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9204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training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92040" y="2971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walkthrough for workers, 30 minutes for owners. That’s it.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1371600"/>
            <a:ext cx="192024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543800" y="16459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438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04088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40880" y="2971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scheduling jobs, collecting payments, and running your business from one place.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simplify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business?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13716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timelyops.com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info@timelyops.com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$79/month  •  5 staff included  •  $500 one-time setup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TimelyOps  •  The Netherlands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737</Words>
  <Application>Microsoft Macintosh PowerPoint</Application>
  <PresentationFormat>On-screen Show (16:9)</PresentationFormat>
  <Paragraphs>175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TimelyOps — Business Management for Service Businesses</dc:title>
  <dc:subject>PptxGenJS Presentation</dc:subject>
  <dc:creator>TimelyOps</dc:creator>
  <cp:lastModifiedBy>Rich Morgan</cp:lastModifiedBy>
  <cp:revision>1</cp:revision>
  <dcterms:created xsi:type="dcterms:W3CDTF">2026-03-23T18:32:32Z</dcterms:created>
  <dcterms:modified xsi:type="dcterms:W3CDTF">2026-03-23T19:15:57Z</dcterms:modified>
</cp:coreProperties>
</file>